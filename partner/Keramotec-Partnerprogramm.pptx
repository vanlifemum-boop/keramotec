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Wir verkaufen keine Versiegelung, wir verkaufen den Zugang zu einer Nische, die kaum ein Betrieb bedienen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vier Punkte hört man bei jedem Reisemobilbesitzer. Sie sind der Grund, warum die Versiegelung ohne Verkaufsdruck verkauft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Kernfolie für Aufbereiter: dasselbe Handwerk, andere Fläche, anderer Wettbewerb.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Torhöhe ehrlich zuerst nennen. Sie sortiert mehr Bewerbungen aus als alles andere und spart beiden Seiten 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nicht um eine Unterschrift bitten, sondern um einen Termin in der Halle.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A">
              <a:alpha val="6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07090A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548640"/>
            <a:ext cx="384048" cy="384048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548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548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KERAMOTEC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PARTNERPROGRAMM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860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400" b="1" spc="-16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NISCHE,</a:t>
            </a:r>
            <a:endParaRPr lang="en-US" sz="5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400" b="1" spc="-16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KEINER BEDIENT.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572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C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Keramikversiegelung für Reisemobile und Caravans — als Partnerbetrieb in deiner Region.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619963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Partner-Pitch · Keramotec Manufaktur · Stand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—  DER KUNDE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ihn wirklich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stört.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76656" y="2404872"/>
            <a:ext cx="274320" cy="274320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404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2331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Stundenlange Reinigung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90288" y="2313432"/>
            <a:ext cx="6943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8-Meter-Aufbau ist von Hand ein halber Tag Arbeit — bei jedem Waschgang.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990088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3300984"/>
            <a:ext cx="274320" cy="274320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3009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227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Moos, Algen, Insekten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209544"/>
            <a:ext cx="6943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GFK-Flächen und Dachaufbauten setzen an, Gelbverfärbungen bleiben zurück.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86200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4197096"/>
            <a:ext cx="274320" cy="274320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1970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1239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Streusalz und UV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4105656"/>
            <a:ext cx="6943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Winterstandzeit und Sonne bleichen aus, was im Sommer noch neu aussah.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782312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5093208"/>
            <a:ext cx="274320" cy="274320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0932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225296" y="5020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Wertverlust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5001768"/>
            <a:ext cx="6943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ungepflegter Aufbau kostet beim Wiederverkauf mehr als jede Versiegelung.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—  DIE LEISTUNG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Schicht,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bleibt.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240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Keramikversiegelung in Handarbeit: Vorbereitung, Applikation, Aushärtung — außen wie innen. Das sind die Endkundenpreise aus der Preisliste der Manufaktur.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3154680"/>
            <a:ext cx="3442106" cy="214884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1.750 €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224528"/>
            <a:ext cx="271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Reisemobil außen, 5–6 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617720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inkl. Dach, Fenster, Anbauteile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4794" y="3154680"/>
            <a:ext cx="3442106" cy="214884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0554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2.550 €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40554" y="4224528"/>
            <a:ext cx="271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Reisemobil außen, 10–11 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40554" y="4617720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dasselbe Paket, mehr Fläche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1221" y="3154680"/>
            <a:ext cx="3442106" cy="214884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6981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299 €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56981" y="4224528"/>
            <a:ext cx="271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Polsterung Sitzgruppe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56981" y="4617720"/>
            <a:ext cx="27105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einer von vielen Zusatzposten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19963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Endkundenpreise laut Preisliste der Keramotec Manufaktur. Auftragswert, nicht Partnerertrag.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—  DER VERGLEICH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Reisemobil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PKW.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5254600" cy="278892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834640"/>
            <a:ext cx="443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PKW-AUFBEREITUNG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310128"/>
            <a:ext cx="443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Aufbereitung außen ab 550 €, innen ab 150 €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Fahrzeuge nötig, um die Halle zu füllen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Anbieter in jedem Gewerbegebiet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Preisdruck über Portale und Vergleiche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Kunde vergleicht den Preis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2514600"/>
            <a:ext cx="5254600" cy="278892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90208" y="2834640"/>
            <a:ext cx="443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REISEMOBIL &amp; CARAVAN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90208" y="3310128"/>
            <a:ext cx="443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Außenpaket ab 1.750 € bis ab 2.550 €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Dazu Innenraum, Markise, Polster, Felgen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Kaum Betriebe — Kunden fahren dafür weit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Fahrzeug bindet die Halle mehrere Tage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Kunde vergleicht das Ergebnis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—  DER MARKT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Bestand wächst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schneller als das Angebot.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5176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-40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</a:t>
            </a:r>
            <a:endParaRPr lang="en-US" sz="10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MILLIONEN WOHNMOBILE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Deutschland zugelassen, Stand 1. Januar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+ 6,7 %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2807208"/>
            <a:ext cx="30111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Zuwachs binnen eines Jahres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3538728"/>
            <a:ext cx="5041087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2,1 %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858768"/>
            <a:ext cx="30111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Anteil am gesamten Fahrzeugbestand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4590288"/>
            <a:ext cx="5041087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800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 ×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4910328"/>
            <a:ext cx="30111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viele wie 2017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19963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Kraftfahrt-Bundesamt, Fahrzeugbestand am 1. Januar 2026. Der Bestand hat sich seit 2017 mehr als verdoppelt.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—  DER UNTERSCHIED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mit uns und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allein.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3442106" cy="288036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880360"/>
            <a:ext cx="310896" cy="310896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3429000"/>
            <a:ext cx="2619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VERFAHREN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886200"/>
            <a:ext cx="2619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Vorbereitung entscheidet über das Ergebnis — und genau daran scheitern Nachahmer. Du lernst sie an echten Fahrzeugen, nicht am Video.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2514600"/>
            <a:ext cx="3442106" cy="288036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86274" y="2880360"/>
            <a:ext cx="310896" cy="310896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86274" y="3429000"/>
            <a:ext cx="2619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86274" y="3886200"/>
            <a:ext cx="2619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Name, den der Kunde schon kennt, wenn du anrufst. Plus Auftritt, Standortseite und Bildmaterial, das du nicht selbst produzieren musst.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1221" y="2514600"/>
            <a:ext cx="3442106" cy="288036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2701" y="2880360"/>
            <a:ext cx="310896" cy="310896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2701" y="3429000"/>
            <a:ext cx="2619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02701" y="3886200"/>
            <a:ext cx="2619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Siebenhaar ist als unabhängiger Reisemobil-Experte in der Branche unterwegs. Diese Türen öffnest du allein nicht.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—  DAS SYSTEMPAKET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außer</a:t>
            </a:r>
            <a:endParaRPr lang="en-US" sz="3600" dirty="0"/>
          </a:p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Arbeit.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239572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633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260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Gebietsschutz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5526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Exklusives Postleitzahlgebiet, zugeschnitten nach Fahrzeugbestand.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4794" y="239572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2266" y="2633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22266" y="29260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Schulung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22266" y="325526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Grundschulung im Stammbetrieb, Zertifikat, jährliche Auffrischung.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1221" y="239572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8693" y="2633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38693" y="29260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38693" y="325526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Zentraler Bezug der Systemprodukte — gleiche Chemie, gleiches Ergebnis.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3308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370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66344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 &amp; Auftritt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99262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Standortseite, Fahrzeugbeschriftung, Drucksachen, Bildmaterial.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4794" y="413308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2266" y="4370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22266" y="466344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22266" y="499262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Anfragen aus deinem Gebiet gehen an dich, inklusive Warteliste.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1221" y="4133088"/>
            <a:ext cx="3442106" cy="1481328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38693" y="4370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438693" y="466344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Rückhalt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38693" y="4992624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Kalkulation, Vorlagen, Technik-Hotline, Austausch der Partner.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—  DEIN GEBIET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Versprechen.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Warteliste.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78892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der Keramotec-Website sammeln wir Anfragen aus Regionen, in denen es noch keinen Partner gibt. Bevor du unterschreibst, siehst du, wie viele Anfragen in deinem Postleitzahlgebiet bereits warten — und was sie im Schnitt wert wären.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7091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der Unterschied zwischen einer Marktprognose und einer Liste mit Namen darauf.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2331720"/>
            <a:ext cx="4766767" cy="356616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ENTSTEHT DER NACHWEIS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3246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Anfrage kommt rein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Endkunde sucht einen Betrieb in seiner Nähe.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4160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Partner im Gebiet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Anfrage geht auf die Warteliste, nach Postleitzahl.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5074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5056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übernimmst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5349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ersten Tag hast du bereits Adressen statt Kaltakquise.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—  PARTNERPROFILE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Wege hinein.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3442106" cy="338328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063240"/>
            <a:ext cx="2619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3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Händler &amp; Werkstatt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886200"/>
            <a:ext cx="2619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hast Halle, Fläche und Kunden. Ein Neufahrzeug ist der einfachste Auftrag, weil der Zustand perfekt ist — die Versiegelung wird Teil deines Verkaufsgesprächs.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4794" y="2331720"/>
            <a:ext cx="3442106" cy="338328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86274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86274" y="3063240"/>
            <a:ext cx="2619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3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Fahrzeugaufbereiter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86274" y="3886200"/>
            <a:ext cx="2619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Vorbereitung und Applikation beherrschst du. Dazu kommen Aufbauten, GFK, Acrylglas und die Kalkulation großer Flächen.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1221" y="2331720"/>
            <a:ext cx="3442106" cy="338328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2701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02701" y="3063240"/>
            <a:ext cx="2619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3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Quereinsteiger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02701" y="3886200"/>
            <a:ext cx="2619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kommst aus der Camper-Szene und kennst Fahrzeuge und Leute. Für dich zählt das komplette Systempaket vom ersten Tag 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—  VORAUSSETZUNGEN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du mitbringst.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Halle mit Höhe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041648" y="23591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Richtwert: Tor über 3,50 m, Stellfläche für ein Fahrzeug bis 10 m plus Arbeitsraum.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161727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80" kern="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PFLICHT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3090672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&amp; Absicherung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41648" y="3291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Angemeldetes Gewerbe, Betriebshaftpflicht, Strom, Wasser, gute Beleuchtung.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161727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80" kern="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PFLICHT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4023360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242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Handwerkliche Sorgfalt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42245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Vorerfahrung willkommen, aber keine Bedingung. Geduld bei der Vorbereitung schon.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161727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8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ERWÜNSCHT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4956048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5175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Eigenkapital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515721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Einstieg, Werkzeug, Startmaterial und die ersten Monate.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161727" y="5193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80" kern="0" dirty="0">
                <a:solidFill>
                  <a:srgbClr val="E22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PFLICHT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—  DIE ZAHLEN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Offen, aber nicht</a:t>
            </a:r>
            <a:endParaRPr lang="en-US" sz="40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40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einer Folie.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606040"/>
            <a:ext cx="3442106" cy="192024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926080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EINMALIG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291840"/>
            <a:ext cx="27105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Lizenz, Schulung, Startmaterial, Werkzeugliste und dein Auftritt — eine Zahl, kein Baukasten.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4794" y="2606040"/>
            <a:ext cx="3442106" cy="192024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40554" y="2926080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40554" y="3291840"/>
            <a:ext cx="27105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Systemgebühr und Materialbezug. Wie sich beides zusammensetzt, siehst du vollständig.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1221" y="2606040"/>
            <a:ext cx="3442106" cy="192024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6981" y="2926080"/>
            <a:ext cx="271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OFFENLEGEN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56981" y="3291840"/>
            <a:ext cx="27105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Zeitwerte je Fahrzeugtyp, Materialverbrauch und Deckungsbeitrag aus dem Stammbetrieb.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800600"/>
            <a:ext cx="10874959" cy="123444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Ertragsversprechen.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5349240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Betrieb erwirtschaftet, hängt von Gebiet, Auslastung, Saison und Arbeitsweise ab. Die Kennzahlen legen wir im persönlichen Gespräch vollständig offen — vor jeder Unterschrift und mit Bedenkzeit.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—  DER ABLAUF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874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Schritte bis</a:t>
            </a:r>
            <a:endParaRPr lang="en-US" sz="3600" dirty="0"/>
          </a:p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ersten Fahrzeug.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2697480"/>
            <a:ext cx="1999427" cy="233172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97180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566160"/>
            <a:ext cx="1450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950208"/>
            <a:ext cx="14507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auf der Partnerseite. Zehn Minuten.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7251" y="2697480"/>
            <a:ext cx="1999427" cy="233172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1571" y="297180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151571" y="3566160"/>
            <a:ext cx="1450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Erstgespräch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51571" y="3950208"/>
            <a:ext cx="14507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Minuten am Telefon. Gebiet, Halle, Zahlen.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96134" y="2697480"/>
            <a:ext cx="1999427" cy="233172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0454" y="297180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370454" y="3566160"/>
            <a:ext cx="1450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Hospitationstag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70454" y="3950208"/>
            <a:ext cx="14507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Tag im Stammbetrieb, an einem echten Fahrzeug.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017" y="2697480"/>
            <a:ext cx="1999427" cy="2331720"/>
          </a:xfrm>
          <a:prstGeom prst="rect">
            <a:avLst/>
          </a:prstGeom>
          <a:solidFill>
            <a:srgbClr val="15191B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337" y="297180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89337" y="3566160"/>
            <a:ext cx="1450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337" y="3950208"/>
            <a:ext cx="14507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Offenlegung, Entwurf, Bedenkzeit. Keine Unterschrift am selben Tag.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33900" y="2697480"/>
            <a:ext cx="1999427" cy="2331720"/>
          </a:xfrm>
          <a:prstGeom prst="rect">
            <a:avLst/>
          </a:prstGeom>
          <a:solidFill>
            <a:srgbClr val="1A1F21"/>
          </a:solidFill>
          <a:ln w="12700">
            <a:solidFill>
              <a:srgbClr val="2A2F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08220" y="297180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808220" y="3566160"/>
            <a:ext cx="1450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Schulung &amp; Start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08220" y="3950208"/>
            <a:ext cx="14507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Gebietsfreigabe, Standortseite live, Eröffnung im Gebiet.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619963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E7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 Bewerbung und Eröffnung liegen in der Regel einige Wochen — abhängig von Halle, Schulungstermin und Gebietsfreigabe.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surf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07090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—  DER STAMMBETRIEB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68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das Verfahren</a:t>
            </a:r>
            <a:endParaRPr lang="en-US" sz="3600" dirty="0"/>
          </a:p>
          <a:p>
            <a:pPr indent="0" marL="0">
              <a:lnSpc>
                <a:spcPts val="3672"/>
              </a:lnSpc>
              <a:buNone/>
            </a:pPr>
            <a:r>
              <a:rPr lang="en-US" sz="3600" b="1" spc="-8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herkommt.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7432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Keramotec Manufaktur arbeitet bei Mönchengladbach-Wickrath nahe der A61 — Fahrzeugversiegelung in Handarbeit für Reisemobile, Caravans, PKW, Boote, Polster und Immobilien.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1605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Siebenhaar ist selbst Camper und Morelo-Fahrer und berät als unabhängiger Reisemobil-Experte bei Konfiguration und Kauf. Aus dieser Doppelrolle stammt der Zugang zur Branche, den das Partnersystem weitergibt.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371600"/>
            <a:ext cx="457200" cy="457200"/>
          </a:xfrm>
          <a:prstGeom prst="diamond">
            <a:avLst/>
          </a:prstGeom>
          <a:solidFill>
            <a:srgbClr val="07090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377440"/>
            <a:ext cx="10241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-12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TAG IN DER HALLE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spc="-12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SAGT MEHR ALS DIESES DECK.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 dich, und wir sehen uns dein Gebiet gemeinsam an. Der Hospitationstag ist unverbindlich und kostet dich nur die Anfahrt.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5440680"/>
            <a:ext cx="10874959" cy="0"/>
          </a:xfrm>
          <a:prstGeom prst="line">
            <a:avLst/>
          </a:prstGeom>
          <a:noFill/>
          <a:ln w="12700">
            <a:solidFill>
              <a:srgbClr val="2A2F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KERAMOTEC MANUFAKTUR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925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Kontaktdaten vor dem Versand dieses Decks eintragen: Telefon, E-Mail, Adresse.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5577840"/>
            <a:ext cx="3669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Bewerbung online</a:t>
            </a:r>
            <a:endParaRPr lang="en-US" sz="11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A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keramotec-Website · Seite „Partner werden“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Keramotec Partnerprogramm</dc:title>
  <dc:subject>PptxGenJS Presentation</dc:subject>
  <dc:creator>Keramotec Manufaktur</dc:creator>
  <cp:lastModifiedBy>Keramotec Manufaktur</cp:lastModifiedBy>
  <cp:revision>1</cp:revision>
  <dcterms:created xsi:type="dcterms:W3CDTF">2026-08-30T21:20:50Z</dcterms:created>
  <dcterms:modified xsi:type="dcterms:W3CDTF">2026-08-30T21:20:50Z</dcterms:modified>
</cp:coreProperties>
</file>